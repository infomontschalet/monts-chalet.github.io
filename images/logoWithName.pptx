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6A6"/>
    <a:srgbClr val="1A1A1A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68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82" y="7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FA27B-29E9-4108-9AE7-B4D39EF41B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1F6ACF-D6C3-4ABB-997C-CB2A324E2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79FA2-445E-46AC-8CF9-9EC3CEEC5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EE715-67B4-4461-A5E6-9BC46EC6196C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CD416-6B4D-4224-931A-EAEBF0EFE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E3ACB-95CE-4027-A9C0-A20A0C2E8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8545-0F45-4B12-A5FA-17FF4E7F5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975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CFD30-1519-41EE-92C5-2317AB76A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E6ED8-749D-41E7-B62F-7CB85C8FC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52C76-1488-4B44-8C24-D004A2E15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EE715-67B4-4461-A5E6-9BC46EC6196C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BC819-8926-4914-BDD0-F933CF3DC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0B018E-639D-4B0A-916A-F1A1D4221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8545-0F45-4B12-A5FA-17FF4E7F5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472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8D8E2-2A9C-4D3D-AF53-03EB9C79E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5DBCEB-DFAC-4EE6-9857-070E31A188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956B4B-EE95-4AB3-97E2-CF9A2329E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EE715-67B4-4461-A5E6-9BC46EC6196C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7F83B-3A35-4A7C-B829-FF4BC46BF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0F54B9-B3B3-4742-BC6E-19A0C94A5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8545-0F45-4B12-A5FA-17FF4E7F5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296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086D3-E60E-4BF0-A0EB-D550A76C7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5FC13-C999-413B-BC27-F9FFC50A41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9820D5-D7EC-4A74-8BD1-B9F2D4499D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EF20C9-8538-4279-A9AD-9A0BEEFAA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EE715-67B4-4461-A5E6-9BC46EC6196C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9F8CBA-24F0-435F-AA10-DF0CA333B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5409A-0438-41A5-866B-307E16EEC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8545-0F45-4B12-A5FA-17FF4E7F5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955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26753-0C99-4720-B2C8-D869445B3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AA9C48-2EFA-4D7D-9366-68B112D18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B81084-51A7-405D-836A-787B5C42D4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3D7B1B-3EE0-4A47-9512-B13FF81F2E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D5229A-071F-4A07-A47A-37C3D5431D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12B2AE-5989-4083-AB0F-F8DC2A313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EE715-67B4-4461-A5E6-9BC46EC6196C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209B3C-799D-4E1F-8F68-174CB654A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3F4C7D-3FE8-44E2-A76C-4CEFC03E4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8545-0F45-4B12-A5FA-17FF4E7F5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50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BD4C4-661A-448C-B15E-17782AD1E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A97EF2-A85C-43CD-BDDC-01AFE0D76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EE715-67B4-4461-A5E6-9BC46EC6196C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074690-9485-4207-8B72-8BC294719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D36E11-E75E-469E-8B9E-71AE5D574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8545-0F45-4B12-A5FA-17FF4E7F5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186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0C76E8-80FC-48CB-AE89-B0801104C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EE715-67B4-4461-A5E6-9BC46EC6196C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540C37-59D0-4430-A961-01ECF071C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03C996-727F-40D2-9026-C8FE9FD2C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8545-0F45-4B12-A5FA-17FF4E7F5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763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CDE5A-9F2B-413D-8AD1-687F1C1BF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9B8AB-1CAA-4878-8DE0-2F8247FA7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7CC42-7CCD-4A59-9806-8CED147291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254627-6825-42EE-8ACA-FA05E31F0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EE715-67B4-4461-A5E6-9BC46EC6196C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A36AC5-C665-4B9F-AD24-3D11A1600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8AD44-7A74-465F-9210-6E0113ECD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8545-0F45-4B12-A5FA-17FF4E7F5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252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529ED-46A2-4268-BBB4-3A64DD703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54647E-C981-426C-89BE-AECB201EF7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1C6DC8-319E-4CF6-8DC4-1D7E175115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A3D240-56FA-4CF8-9328-9E2AD4364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EE715-67B4-4461-A5E6-9BC46EC6196C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CC1674-DE3F-42C6-BA2F-3B6F5EABD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82F80F-081B-4256-98E2-12DD64A9C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8545-0F45-4B12-A5FA-17FF4E7F5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195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D3785-9070-426C-9110-EF3042D3B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1B9B9E-2043-4DEA-9AD2-6586EEFED6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95035-14CF-4776-AF03-A31E8DB84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EE715-67B4-4461-A5E6-9BC46EC6196C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C8114-DA11-45F8-AC34-07C25C822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A7D68-87B6-4920-ADC6-DA9517F40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8545-0F45-4B12-A5FA-17FF4E7F5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618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B8CAD7-C069-455E-A832-E68DD71900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D031D5-4D00-498A-B365-DE487CF88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9C8EC-F0FF-44F0-BC6A-08DF17751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EE715-67B4-4461-A5E6-9BC46EC6196C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DFD00-DC22-4876-A28E-FDAF8BF0D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57F70-0A89-473A-8154-9A8C85A50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8545-0F45-4B12-A5FA-17FF4E7F5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601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EF24EC-F992-4C16-B14C-5AC8D85D1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37C149-B9DA-47C4-B4FB-73055FD9B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EC393-1F1A-402E-8EEA-A508D274D5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9EE715-67B4-4461-A5E6-9BC46EC6196C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19817-8FF5-4A6F-86A9-B83AEC5552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6BEE81-66C0-4022-9193-084251FE0B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FC8545-0F45-4B12-A5FA-17FF4E7F5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735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2C3C8030-B072-6063-5E49-7AC8C9FF2AA0}"/>
              </a:ext>
            </a:extLst>
          </p:cNvPr>
          <p:cNvGrpSpPr/>
          <p:nvPr/>
        </p:nvGrpSpPr>
        <p:grpSpPr>
          <a:xfrm>
            <a:off x="0" y="393618"/>
            <a:ext cx="12192000" cy="5611304"/>
            <a:chOff x="0" y="393618"/>
            <a:chExt cx="12192000" cy="5611304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F3F00550-6656-4DE2-AE0D-67EF07A09E02}"/>
                </a:ext>
              </a:extLst>
            </p:cNvPr>
            <p:cNvCxnSpPr>
              <a:cxnSpLocks/>
            </p:cNvCxnSpPr>
            <p:nvPr/>
          </p:nvCxnSpPr>
          <p:spPr>
            <a:xfrm>
              <a:off x="1112520" y="4234098"/>
              <a:ext cx="10058400" cy="0"/>
            </a:xfrm>
            <a:prstGeom prst="line">
              <a:avLst/>
            </a:prstGeom>
            <a:ln w="3175" cap="rnd">
              <a:solidFill>
                <a:srgbClr val="A6A6A6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D0E66A2-B926-4AED-9A28-B4B49A31DB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2520" y="393618"/>
              <a:ext cx="3840480" cy="3840480"/>
            </a:xfrm>
            <a:prstGeom prst="line">
              <a:avLst/>
            </a:prstGeom>
            <a:ln w="3175" cap="rnd">
              <a:solidFill>
                <a:srgbClr val="A6A6A6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932C077-AF84-4CE0-9664-FDD9898059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53000" y="393618"/>
              <a:ext cx="3840480" cy="3840480"/>
            </a:xfrm>
            <a:prstGeom prst="line">
              <a:avLst/>
            </a:prstGeom>
            <a:ln w="3175" cap="rnd">
              <a:solidFill>
                <a:srgbClr val="A6A6A6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07371DE-9561-4A84-BAB7-7974B600F3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26920" y="1308019"/>
              <a:ext cx="2926080" cy="2926080"/>
            </a:xfrm>
            <a:prstGeom prst="line">
              <a:avLst/>
            </a:prstGeom>
            <a:ln w="3175" cap="rnd">
              <a:solidFill>
                <a:srgbClr val="A6A6A6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32A4B37-18ED-4317-A383-D1BD00AC7E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26920" y="1673779"/>
              <a:ext cx="2880360" cy="2560320"/>
            </a:xfrm>
            <a:prstGeom prst="line">
              <a:avLst/>
            </a:prstGeom>
            <a:ln w="3175" cap="rnd">
              <a:solidFill>
                <a:srgbClr val="A6A6A6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39AE818-DC55-494B-A653-5D1C7C7E5BC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53000" y="1308019"/>
              <a:ext cx="2763309" cy="2922638"/>
            </a:xfrm>
            <a:prstGeom prst="line">
              <a:avLst/>
            </a:prstGeom>
            <a:ln w="3175" cap="rnd">
              <a:solidFill>
                <a:srgbClr val="A6A6A6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A467E5F-FE38-4375-98C9-882CF3665E7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07280" y="1673779"/>
              <a:ext cx="2377440" cy="2560320"/>
            </a:xfrm>
            <a:prstGeom prst="line">
              <a:avLst/>
            </a:prstGeom>
            <a:ln w="3175" cap="rnd">
              <a:solidFill>
                <a:srgbClr val="A6A6A6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2644EFE-8195-4513-871C-A31A009E07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36280" y="1308019"/>
              <a:ext cx="2834640" cy="2926080"/>
            </a:xfrm>
            <a:prstGeom prst="line">
              <a:avLst/>
            </a:prstGeom>
            <a:ln w="3175" cap="rnd">
              <a:solidFill>
                <a:srgbClr val="A6A6A6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95D78AC-DAC4-46FB-8529-A6B836DAAD8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36280" y="2313859"/>
              <a:ext cx="1920240" cy="1920240"/>
            </a:xfrm>
            <a:prstGeom prst="line">
              <a:avLst/>
            </a:prstGeom>
            <a:ln w="3175" cap="rnd">
              <a:solidFill>
                <a:srgbClr val="A6A6A6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9FDE138-47F5-4877-AA62-FE7AEE84C057}"/>
                </a:ext>
              </a:extLst>
            </p:cNvPr>
            <p:cNvCxnSpPr>
              <a:cxnSpLocks noChangeAspect="1"/>
            </p:cNvCxnSpPr>
            <p:nvPr/>
          </p:nvCxnSpPr>
          <p:spPr>
            <a:xfrm flipH="1" flipV="1">
              <a:off x="8336280" y="2493297"/>
              <a:ext cx="1742400" cy="1742400"/>
            </a:xfrm>
            <a:prstGeom prst="line">
              <a:avLst/>
            </a:prstGeom>
            <a:ln w="3175" cap="rnd">
              <a:solidFill>
                <a:srgbClr val="A6A6A6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64256A5-3F66-4927-A4D5-B9CC18DD64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99935" y="1308019"/>
              <a:ext cx="1236345" cy="1228463"/>
            </a:xfrm>
            <a:prstGeom prst="line">
              <a:avLst/>
            </a:prstGeom>
            <a:ln w="3175" cap="rnd">
              <a:solidFill>
                <a:srgbClr val="A6A6A6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7D35E2E-A772-40A5-B9B2-9B87716112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12380" y="2313858"/>
              <a:ext cx="723900" cy="736974"/>
            </a:xfrm>
            <a:prstGeom prst="line">
              <a:avLst/>
            </a:prstGeom>
            <a:ln w="3175" cap="rnd">
              <a:solidFill>
                <a:srgbClr val="A6A6A6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D0DD59F-9D6B-491A-807A-BA0133C43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74188" y="2493297"/>
              <a:ext cx="662092" cy="620379"/>
            </a:xfrm>
            <a:prstGeom prst="line">
              <a:avLst/>
            </a:prstGeom>
            <a:ln w="3175" cap="rnd">
              <a:solidFill>
                <a:srgbClr val="A6A6A6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D5C13FC-3587-0470-EC33-91B37DCC2549}"/>
                </a:ext>
              </a:extLst>
            </p:cNvPr>
            <p:cNvSpPr txBox="1"/>
            <p:nvPr/>
          </p:nvSpPr>
          <p:spPr>
            <a:xfrm>
              <a:off x="0" y="4150568"/>
              <a:ext cx="12192000" cy="1854354"/>
            </a:xfrm>
            <a:prstGeom prst="rect">
              <a:avLst/>
            </a:prstGeom>
            <a:noFill/>
          </p:spPr>
          <p:txBody>
            <a:bodyPr wrap="square" tIns="0" bIns="0" rtlCol="0" anchor="b">
              <a:spAutoFit/>
            </a:bodyPr>
            <a:lstStyle/>
            <a:p>
              <a:pPr algn="ctr"/>
              <a:r>
                <a:rPr lang="en-GB" sz="11750" b="1" cap="small" dirty="0">
                  <a:solidFill>
                    <a:srgbClr val="A6A6A6"/>
                  </a:solidFill>
                  <a:latin typeface="Nunito Sans Normal" pitchFamily="2" charset="0"/>
                </a:rPr>
                <a:t>Monts-Chalet</a:t>
              </a:r>
              <a:endParaRPr lang="en-CH" sz="11750" b="1" cap="small" dirty="0">
                <a:solidFill>
                  <a:srgbClr val="A6A6A6"/>
                </a:solidFill>
                <a:latin typeface="Nunito Sans Normal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65148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Nunito Sans Normal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Jaeger</dc:creator>
  <cp:lastModifiedBy>Jonathan Jaeger</cp:lastModifiedBy>
  <cp:revision>9</cp:revision>
  <dcterms:created xsi:type="dcterms:W3CDTF">2017-11-29T12:30:43Z</dcterms:created>
  <dcterms:modified xsi:type="dcterms:W3CDTF">2025-06-17T14:50:02Z</dcterms:modified>
</cp:coreProperties>
</file>